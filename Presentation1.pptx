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D816-ADC9-0A00-C8CC-27DF40328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05409-2B5E-F7DC-D1FD-625FA308E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2AFF-4CBB-4259-BD17-C8BC189C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BA75-AF7D-F3E9-0447-FF032956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974D4-7E03-E420-B7CE-01CA3C48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88F9-1F5C-9DDF-8B94-CA63B758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1113C-ECF9-DD1D-FB42-F993E33F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D3BEF-9065-0043-5E25-24832F43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3C21-2B11-A67D-E440-D790F014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02AF9-3C5C-404D-2A0B-020903AD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5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5A05-7198-A794-424D-C8B5F79E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74226-609B-0B43-D3E8-1B161C202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C61AC-D9DD-8EC9-F3FA-DC47D778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32C98-C611-9C39-99C5-5819019D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68D6-5888-F6A3-68B3-48A3FA6C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1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60DB-498E-CD03-C183-45D7F62B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71B53-42A2-435C-7007-87F4A3124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EEDC2-1595-B9BC-B53B-44D7B3041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32B17-C610-245C-801F-11379DCB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81759-2CFE-65A6-CCAC-3EFBCA05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6A926-57F0-8F73-0329-FD186870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1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49B1-4294-6EE6-D1EC-D9667C9E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13496-C511-6742-3882-4B136BFFB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E8E06-59AA-8143-1B4C-D564A808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9A881-5230-2135-BFA0-204B9F0C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001547-4F24-4DBD-7ADA-9F3A0CEB8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26926-7B7B-E62E-17B7-62D1E96C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F18DB-4500-C3BE-76EA-D93DF8ED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9D69EC-B4B5-6D2F-F3B1-5447FE61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0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EA3A-2F95-F4A4-8D98-BCC86FDF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BA110-FE39-6851-C0A1-E6DEB406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A6E31-364C-692A-B043-81A0F7F6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AFE8B-A864-82F4-8E8E-BE161077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8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DEA44-9646-BC49-6BA7-26193877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73162-3650-984F-C05D-B64013DD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599BA-276D-2A8F-C3BD-86C96EEF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9A88-9A2E-5914-828B-CF7FDF3E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3528-317F-49B5-94F5-63559BCC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A3C46-611F-E6FE-BADC-7E7B05DE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E04B6-2A77-0A2F-857B-2FF88868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9A954-1996-A7BF-8AED-E3CE5FD5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1E1E-ABA4-6761-B71B-311F3C46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9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1C76-16CB-3EAB-3C75-C98BB393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5F518-B14D-56CB-BEEE-507AEC18D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726AD-9440-B301-935E-503A8E851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FCBE9-4DEB-2B00-2E46-4212C5A6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95EF-85FA-59C4-C4BE-0E614C79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65C42-EC46-0EC3-3B3A-450DB54D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3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C15A-7881-09D6-BA2C-81027EA1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5EA62-8A23-F970-F7EE-B054A52AA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489C-B92E-9087-5CEA-66CA40AD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C082C-29CB-5785-D26A-A3DD7FEA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B413B-AB58-9799-EDC8-E5B36E38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C1B6B-562E-2D0E-FA71-AA8FBD271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36A68-910A-5C07-22E0-94FABBA4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86B57-B64F-D3F1-7DE9-E380335F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69CBB-8F83-3F30-5C81-CDA4A260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878A3-B341-A8F7-23C4-D32CAF3A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0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F9FBA-4D0F-43C6-6C22-5566579F9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74DB2-6CEA-71CE-0008-7A8168021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FDB0-665F-15B6-548F-C9ECBDF79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0C863-2AF2-4497-9536-E8EBCC208A9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2E5-B368-5DBD-40FD-11A1E1C6F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0A5D5-BFDD-4705-8DE8-AF2E6B9C1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28D9D-E57A-4E04-81EC-8D3BDEEDA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2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81FFE-3022-5320-A43C-1AB14B4BCA24}"/>
              </a:ext>
            </a:extLst>
          </p:cNvPr>
          <p:cNvSpPr/>
          <p:nvPr/>
        </p:nvSpPr>
        <p:spPr>
          <a:xfrm>
            <a:off x="2519680" y="28448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3FE3D-B82A-AC1F-1D60-7853D14417AD}"/>
              </a:ext>
            </a:extLst>
          </p:cNvPr>
          <p:cNvSpPr/>
          <p:nvPr/>
        </p:nvSpPr>
        <p:spPr>
          <a:xfrm>
            <a:off x="7179734" y="284481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Administrator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E67DE-AB14-E3AA-AB93-A33AC62DCE96}"/>
              </a:ext>
            </a:extLst>
          </p:cNvPr>
          <p:cNvSpPr/>
          <p:nvPr/>
        </p:nvSpPr>
        <p:spPr>
          <a:xfrm>
            <a:off x="4850976" y="980017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Authentication 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6887D8-3B77-CDA7-E92A-6E3FF5EF0DBF}"/>
              </a:ext>
            </a:extLst>
          </p:cNvPr>
          <p:cNvSpPr/>
          <p:nvPr/>
        </p:nvSpPr>
        <p:spPr>
          <a:xfrm>
            <a:off x="1134107" y="186055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Military Drone Intelligence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89EC2-243A-9E6F-F4AD-1984762F7234}"/>
              </a:ext>
            </a:extLst>
          </p:cNvPr>
          <p:cNvSpPr/>
          <p:nvPr/>
        </p:nvSpPr>
        <p:spPr>
          <a:xfrm>
            <a:off x="3610608" y="186055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UAV Market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4A932-8640-22C1-F148-CEEF18CCF847}"/>
              </a:ext>
            </a:extLst>
          </p:cNvPr>
          <p:cNvSpPr/>
          <p:nvPr/>
        </p:nvSpPr>
        <p:spPr>
          <a:xfrm>
            <a:off x="6087109" y="186055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Global Search Module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9F5A66-CFF2-D73F-A1E7-95072731C0C9}"/>
              </a:ext>
            </a:extLst>
          </p:cNvPr>
          <p:cNvSpPr/>
          <p:nvPr/>
        </p:nvSpPr>
        <p:spPr>
          <a:xfrm>
            <a:off x="8563610" y="1860551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Image Recognition Module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C5FC6-C7AD-A14D-106A-CEDA04E3FDF5}"/>
              </a:ext>
            </a:extLst>
          </p:cNvPr>
          <p:cNvSpPr/>
          <p:nvPr/>
        </p:nvSpPr>
        <p:spPr>
          <a:xfrm>
            <a:off x="4850975" y="2741086"/>
            <a:ext cx="2125133" cy="695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Express.js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(API Layer,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Business Logic Layer)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EC146C-A9E2-773B-9F7E-A49EBECF0358}"/>
              </a:ext>
            </a:extLst>
          </p:cNvPr>
          <p:cNvSpPr/>
          <p:nvPr/>
        </p:nvSpPr>
        <p:spPr>
          <a:xfrm>
            <a:off x="2519679" y="3916257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Compatibility Engine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DD5B74-1480-6242-0047-1341967851EF}"/>
              </a:ext>
            </a:extLst>
          </p:cNvPr>
          <p:cNvSpPr/>
          <p:nvPr/>
        </p:nvSpPr>
        <p:spPr>
          <a:xfrm>
            <a:off x="7179734" y="3916257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ML Recommendation Engine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4BC130-E699-C09A-C895-A9F25F64D412}"/>
              </a:ext>
            </a:extLst>
          </p:cNvPr>
          <p:cNvSpPr/>
          <p:nvPr/>
        </p:nvSpPr>
        <p:spPr>
          <a:xfrm>
            <a:off x="4850975" y="4748958"/>
            <a:ext cx="2125133" cy="9690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MySQL Database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(UAV Intelligence Data,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Marketplace Data, Users,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ML Datasets)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309AC-4019-138E-2CC7-975661698D2A}"/>
              </a:ext>
            </a:extLst>
          </p:cNvPr>
          <p:cNvSpPr/>
          <p:nvPr/>
        </p:nvSpPr>
        <p:spPr>
          <a:xfrm>
            <a:off x="4850975" y="6068066"/>
            <a:ext cx="2125133" cy="545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Drone Expert AI Assistant (Ollama + Phi-3)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83BDFE-04BA-B7C1-9E44-45FE61C3BD28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2196674" y="1428749"/>
            <a:ext cx="3716869" cy="43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7A4AA9-9D63-8000-227B-44A66DC5309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4673175" y="1428749"/>
            <a:ext cx="1240368" cy="43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93DE86-460D-B2B1-A611-EEDD0A38BCCC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5913543" y="1428749"/>
            <a:ext cx="1236133" cy="43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884AE5-98D0-CFE7-6ACA-4FA7A5F5D207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5913543" y="1428749"/>
            <a:ext cx="3712634" cy="43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F48397-F05F-CE59-973B-C0F3F543713C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4673175" y="2309284"/>
            <a:ext cx="1240367" cy="43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77123CF-DAD6-3064-460C-D02F8F337DB9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5913542" y="2309284"/>
            <a:ext cx="1236134" cy="43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A8F531-E693-6319-EE0A-15E7210DC22B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2196674" y="2309284"/>
            <a:ext cx="3716868" cy="43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326E8F-0EB2-0597-CDC9-2700D5F59349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5913542" y="2309283"/>
            <a:ext cx="3712635" cy="43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6BBF8CD-06D4-383C-2BA5-5DF335B9C5F4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3582246" y="3436621"/>
            <a:ext cx="2331296" cy="479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400B1E-90C8-542A-48D5-D800FFF9D9B0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5913542" y="3436621"/>
            <a:ext cx="2328759" cy="479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3BDFA77-82B3-02C5-DA0B-0E0A57751CC4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582246" y="4364989"/>
            <a:ext cx="2331296" cy="38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A18802-A5A0-C669-BDEB-DF27FE8906F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5913542" y="4364989"/>
            <a:ext cx="2328759" cy="38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8D5472-BFF1-AE35-977E-D4498968E1BD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913542" y="5717964"/>
            <a:ext cx="0" cy="3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0C89DE0-348E-68EB-A930-3A1E80F08D19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3582247" y="733214"/>
            <a:ext cx="2331296" cy="246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73350B5-CAE1-0479-8FCF-75E1ABBE5A3F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5913543" y="733213"/>
            <a:ext cx="2328758" cy="246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32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4F83-6D44-8E77-FD6D-72A243F9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2250EB-13B6-4247-B5CA-F32D4C74285F}"/>
              </a:ext>
            </a:extLst>
          </p:cNvPr>
          <p:cNvSpPr/>
          <p:nvPr/>
        </p:nvSpPr>
        <p:spPr>
          <a:xfrm>
            <a:off x="4850974" y="131868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3B4737-11D3-2C05-5702-D4461C0213DB}"/>
              </a:ext>
            </a:extLst>
          </p:cNvPr>
          <p:cNvSpPr/>
          <p:nvPr/>
        </p:nvSpPr>
        <p:spPr>
          <a:xfrm>
            <a:off x="4850973" y="169947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System Modules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051D0-F37C-8F8D-4E03-B1AAEF234393}"/>
              </a:ext>
            </a:extLst>
          </p:cNvPr>
          <p:cNvSpPr/>
          <p:nvPr/>
        </p:nvSpPr>
        <p:spPr>
          <a:xfrm>
            <a:off x="2457027" y="2453219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Military Intel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F0CA60-07CC-C339-FCB9-90B56BE99A98}"/>
              </a:ext>
            </a:extLst>
          </p:cNvPr>
          <p:cNvSpPr/>
          <p:nvPr/>
        </p:nvSpPr>
        <p:spPr>
          <a:xfrm>
            <a:off x="4850973" y="2466974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UAV Market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E13C3-8A7C-2FC2-63C1-D3AA8240CB60}"/>
              </a:ext>
            </a:extLst>
          </p:cNvPr>
          <p:cNvSpPr/>
          <p:nvPr/>
        </p:nvSpPr>
        <p:spPr>
          <a:xfrm>
            <a:off x="7244919" y="2466974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Search Module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25C2B-AE88-659D-C276-8BAB5045DA31}"/>
              </a:ext>
            </a:extLst>
          </p:cNvPr>
          <p:cNvSpPr/>
          <p:nvPr/>
        </p:nvSpPr>
        <p:spPr>
          <a:xfrm>
            <a:off x="9547851" y="2453218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Image Recognition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81870-30FE-81D4-0131-D5641ECD60D9}"/>
              </a:ext>
            </a:extLst>
          </p:cNvPr>
          <p:cNvSpPr/>
          <p:nvPr/>
        </p:nvSpPr>
        <p:spPr>
          <a:xfrm>
            <a:off x="4850973" y="3220721"/>
            <a:ext cx="2125133" cy="495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Express.js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(API &amp; Business Logic)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E52C33-4D78-F062-7D1C-B19500CF5365}"/>
              </a:ext>
            </a:extLst>
          </p:cNvPr>
          <p:cNvSpPr/>
          <p:nvPr/>
        </p:nvSpPr>
        <p:spPr>
          <a:xfrm>
            <a:off x="2519679" y="497459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Compatibility Engine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C67DD5-08F8-F366-C42A-20225C8E5B20}"/>
              </a:ext>
            </a:extLst>
          </p:cNvPr>
          <p:cNvSpPr/>
          <p:nvPr/>
        </p:nvSpPr>
        <p:spPr>
          <a:xfrm>
            <a:off x="7179734" y="4974592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ML Recommendation Engine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2821D6-32B2-BC29-2933-53944EB52C3D}"/>
              </a:ext>
            </a:extLst>
          </p:cNvPr>
          <p:cNvSpPr/>
          <p:nvPr/>
        </p:nvSpPr>
        <p:spPr>
          <a:xfrm>
            <a:off x="4850975" y="4097023"/>
            <a:ext cx="2125133" cy="500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MySQL Database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20EFC-823C-5B40-EF25-3017E2578F20}"/>
              </a:ext>
            </a:extLst>
          </p:cNvPr>
          <p:cNvSpPr/>
          <p:nvPr/>
        </p:nvSpPr>
        <p:spPr>
          <a:xfrm>
            <a:off x="4850975" y="5763266"/>
            <a:ext cx="2125133" cy="545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Drone Expert AI Assistant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6B29FF-E604-C763-E882-DC164688AC3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3519594" y="2148204"/>
            <a:ext cx="2393946" cy="30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32B9A0-D1A7-39E1-BF39-F9A80BCE174A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913540" y="2148204"/>
            <a:ext cx="0" cy="31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619CC6-B586-AC31-B771-B8343006F7D2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5913540" y="2148204"/>
            <a:ext cx="2393946" cy="31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F2965C-5F95-1F62-EB2A-D92F78192327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5913540" y="2148204"/>
            <a:ext cx="4696878" cy="30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F07750-0155-ABF2-313E-2C0433DB1DBC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5913540" y="2915706"/>
            <a:ext cx="0" cy="30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7FE90AC-4BAF-F5FF-4B86-C242D732117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5913540" y="2915706"/>
            <a:ext cx="2393946" cy="30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A58C2A-3598-530B-EF14-804DB2AE45B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519594" y="2901951"/>
            <a:ext cx="2393946" cy="31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26148A-6E60-4213-C17F-FB5AE300AEE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5913540" y="2901950"/>
            <a:ext cx="4696878" cy="31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58F687-C300-BC98-5809-30B53D554A62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flipH="1">
            <a:off x="3582246" y="4597400"/>
            <a:ext cx="2331296" cy="377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FAB1C4-8FB5-45DF-9D1D-70FB418F156B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5913542" y="4597400"/>
            <a:ext cx="2328759" cy="377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8320AB2-58C6-3AA3-2D2E-65DD92A3E379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3582246" y="5423324"/>
            <a:ext cx="2331296" cy="33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D69695A-4C64-BE3A-6378-B2CBC2963C81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flipH="1">
            <a:off x="5913540" y="580600"/>
            <a:ext cx="1" cy="335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FD74CE3-3D9B-C0F9-829B-E7FB2BF1C19F}"/>
              </a:ext>
            </a:extLst>
          </p:cNvPr>
          <p:cNvSpPr/>
          <p:nvPr/>
        </p:nvSpPr>
        <p:spPr>
          <a:xfrm>
            <a:off x="4850973" y="915670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Authentication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DD31DB-45F7-3B4C-19FD-F430A297C947}"/>
              </a:ext>
            </a:extLst>
          </p:cNvPr>
          <p:cNvCxnSpPr>
            <a:cxnSpLocks/>
          </p:cNvCxnSpPr>
          <p:nvPr/>
        </p:nvCxnSpPr>
        <p:spPr>
          <a:xfrm flipH="1">
            <a:off x="5913539" y="1357205"/>
            <a:ext cx="1" cy="335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816CC28-87BB-0E12-5F59-16946EA02A0D}"/>
              </a:ext>
            </a:extLst>
          </p:cNvPr>
          <p:cNvSpPr/>
          <p:nvPr/>
        </p:nvSpPr>
        <p:spPr>
          <a:xfrm>
            <a:off x="159381" y="2453218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Dashboard Analytics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F54B731-18E7-EB3C-5F84-1C3420E789B6}"/>
              </a:ext>
            </a:extLst>
          </p:cNvPr>
          <p:cNvCxnSpPr>
            <a:stCxn id="7" idx="2"/>
            <a:endCxn id="55" idx="0"/>
          </p:cNvCxnSpPr>
          <p:nvPr/>
        </p:nvCxnSpPr>
        <p:spPr>
          <a:xfrm flipH="1">
            <a:off x="1221948" y="2148204"/>
            <a:ext cx="4691592" cy="30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06477BD-47E2-A0C4-5B56-BE9B505B878D}"/>
              </a:ext>
            </a:extLst>
          </p:cNvPr>
          <p:cNvCxnSpPr>
            <a:stCxn id="55" idx="2"/>
            <a:endCxn id="12" idx="0"/>
          </p:cNvCxnSpPr>
          <p:nvPr/>
        </p:nvCxnSpPr>
        <p:spPr>
          <a:xfrm>
            <a:off x="1221948" y="2901950"/>
            <a:ext cx="4691592" cy="31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ECE116C-C309-5CC5-11A0-BEC450341A4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913539" y="3715808"/>
            <a:ext cx="3" cy="38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C2B95D7-C9BB-BC70-BFDD-1E7E1E4F25CA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5913542" y="5423324"/>
            <a:ext cx="2328759" cy="33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73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BFD6-B101-BAE1-6E46-A35551E9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2A62A-E96E-8E62-4090-A89B3C947750}"/>
              </a:ext>
            </a:extLst>
          </p:cNvPr>
          <p:cNvSpPr/>
          <p:nvPr/>
        </p:nvSpPr>
        <p:spPr>
          <a:xfrm>
            <a:off x="4850972" y="1189276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211902-B1D0-162E-38CC-51839F3BF265}"/>
              </a:ext>
            </a:extLst>
          </p:cNvPr>
          <p:cNvSpPr/>
          <p:nvPr/>
        </p:nvSpPr>
        <p:spPr>
          <a:xfrm>
            <a:off x="4850972" y="2166032"/>
            <a:ext cx="2125133" cy="84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Drone Forensics &amp; UAV Intelligence Platform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7A8F1-008A-1B44-DE16-CB5BFDCBEBD4}"/>
              </a:ext>
            </a:extLst>
          </p:cNvPr>
          <p:cNvSpPr/>
          <p:nvPr/>
        </p:nvSpPr>
        <p:spPr>
          <a:xfrm>
            <a:off x="4850972" y="3536754"/>
            <a:ext cx="2125133" cy="448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63B47F-084A-8702-BC2F-91E11DBFD6E9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913539" y="1638008"/>
            <a:ext cx="0" cy="528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2818AE-8937-49CF-00D3-95AE29176C1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913537" y="3006572"/>
            <a:ext cx="2" cy="530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85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101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Abhijot Singh</dc:creator>
  <cp:lastModifiedBy>Abhijot Singh</cp:lastModifiedBy>
  <cp:revision>3</cp:revision>
  <dcterms:created xsi:type="dcterms:W3CDTF">2026-06-01T11:47:09Z</dcterms:created>
  <dcterms:modified xsi:type="dcterms:W3CDTF">2026-06-02T10:20:08Z</dcterms:modified>
</cp:coreProperties>
</file>